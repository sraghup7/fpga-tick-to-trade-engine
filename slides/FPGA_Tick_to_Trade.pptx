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E8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FPGA Tick-to-Trade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966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D6E4F0"/>
                </a:solidFill>
                <a:latin typeface="Calibri"/>
              </a:rPr>
              <a:t>A simulated high-frequency trading engine on silicon — from price message to order in ~176 nanoseconds, with perfectly fixed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5488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8C2A"/>
                </a:solidFill>
                <a:latin typeface="Calibri"/>
              </a:rPr>
              <a:t>9 steps, explained simply  |  Spec-only, pre-implementation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CB4C8"/>
                </a:solidFill>
                <a:latin typeface="Calibri"/>
              </a:rPr>
              <a:t>Source: fpga_tick_to_trade_master_spec.md v2.0 + ml_engineer_brief.md  ·  Target: Artix-7 XC7A35T-2FGG484I @ 125 MHz  ·  Vivado/Vitis HLS 2023.x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Project in One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62626"/>
                </a:solidFill>
                <a:latin typeface="Calibri"/>
              </a:rPr>
              <a:t>A super-fast simulated trading system on an FPGA chip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2626"/>
                </a:solidFill>
                <a:latin typeface="Calibri"/>
              </a:rPr>
              <a:t>No real money, no real exchange — a portfolio demo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2626"/>
                </a:solidFill>
                <a:latin typeface="Calibri"/>
              </a:rPr>
              <a:t>Goal: prove you can make trading decisions in ~176 ns with perfectly fixed latency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2626"/>
                </a:solidFill>
                <a:latin typeface="Calibri"/>
              </a:rPr>
              <a:t>Verified with 1,000,000+ messages, never dropping or losing one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2626"/>
                </a:solidFill>
                <a:latin typeface="Calibri"/>
              </a:rPr>
              <a:t>Every trade checked by a tiny AI before it leaves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1. The Problem — why speed matters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2. The Mail Format — how price messages look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3. The Ears — how the FPGA receives mail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4. The Notebook — tracking top of book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5. The Clues — extracting 8 market hints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6. The AI Brain — predicting a risky trade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7. The Trading Rule — deciding to buy/sell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8. The 9 Security Guards — blocking danger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9. The Exit &amp; Stopwatch — send + prove 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FPGA Tick-to-Trade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88C2A"/>
                </a:solidFill>
                <a:latin typeface="Calibri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Problem — Why Speed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62626"/>
                </a:solidFill>
                <a:latin typeface="Calibri"/>
              </a:rPr>
              <a:t>The stock market is a live auction — everyone hears the price at the same second, and the first to shout "I'LL BUY!" gets the deal. One microsecond slow = it's gone.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2626"/>
                </a:solidFill>
                <a:latin typeface="Calibri"/>
              </a:rPr>
              <a:t>A normal computer reacts unpredictably: sometimes 2 µs, sometimes 50 µs (it gets slow exactly when the market is most busy).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2626"/>
                </a:solidFill>
                <a:latin typeface="Calibri"/>
              </a:rPr>
              <a:t>An FPGA is a fixed assembly line, not a multitasking person — every price message takes the exact same physical path, so time is always identical, e.g. exactly 22 ticks ≈ 176 nanoseconds.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57600"/>
            <a:ext cx="1097280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58768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Project goal: build the assembly line that listens, decides, double-checks with AI, and sends a fake order back — all in a fixed, tiny amount of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Listen to fake price messages from a laptop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Decide if it's a good time to trade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Double-check with an AI if it's risky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Send a fake order back — and prove no message was ever lost, even over 1,000,000 messages in a 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FPGA Tick-to-Trade Simulator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88C2A"/>
                </a:solidFill>
                <a:latin typeface="Calibri"/>
              </a:rPr>
              <a:t>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Mail Format — The 16-Byte Postcard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Every price update is a standard postcard: exactly 16 bytes, 6 boxes, always in the same place (big-endian / network byte order).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Because the size never changes, the FPGA just counts — it never has to guess where a message ends.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377440"/>
          <a:ext cx="6766560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1554480"/>
                <a:gridCol w="384048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Box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Type (1B)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Kind of news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0x01 update · 0x02 trade · 0x03 clear · 0xFF heartbeat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Symbol (1B)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Which item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1 = Apples, 2 = Oranges (watch 4)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Side (1B)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Which side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0 = BUY, 1 = SELL (trade: aggressor)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Price (4B)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Price in cents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10001 = $100.01 (integers only)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Qty (4B)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How many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50 apples · 0 = side empty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Seq # (4B)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Counting 1,2,3…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1,2,4 ⇒ #3 was lost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0" y="1143000"/>
            <a:ext cx="3931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700"/>
              </a:spcAft>
            </a:pPr>
            <a:r>
              <a:rPr sz="1100">
                <a:solidFill>
                  <a:srgbClr val="262626"/>
                </a:solidFill>
                <a:latin typeface="Calibri"/>
              </a:rPr>
              <a:t>Two tricks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Packing: one Ethernet frame holds 1–88 postcards (88×16 = 1408 bytes), streamed back-to-back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Two envelopes: Mode 0 raw Ethernet (0x88B5) = training wheels; Mode 1 real UDP/IPv4 (port 60000) = the real road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Reply postcard is also 16 bytes: Type 0x10/0x11/0x12, symbol, side, reject reason, price, qty, trigger_seq, latency_cyc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LINK_MODE selects the envelope — the assembly line doesn't 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FPGA Tick-to-Trade Simulator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88C2A"/>
                </a:solidFill>
                <a:latin typeface="Calibri"/>
              </a:rPr>
              <a:t>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Ears — How the FPGA Receives Mail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34440"/>
          <a:ext cx="1097280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2377440"/>
                <a:gridCol w="768096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Station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rgmii_to_gmii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Translator: 4-lane dual-sided highway (RGMII DDR @125 MHz) → orderly 1-byte-per-tick belt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eth_mac_rx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Mailroom: strips preamble/SFD, verifies FCS; damaged envelopes trashed + counted (err_fcs)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frame_classifier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Guard: Mode 0 → EtherType 0x88B5; Mode 1 → IPv4 + IHL=5 + checksum + UDP port 60000; per-reason counters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md_parser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Opener: cuts payload into exact 16-byte postcards; length not divisible by 16 → trash (err_frame_len)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7091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At the very last byte entering Station D, we stamp the time — that is the "start" of the latency stopwatch, carried with the message.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Everything up to here is about getting mail cleanly without dropping anything, at minimum inter-frame gap for 10,000 frames.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FPGA Tick-to-Trade Simulator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88C2A"/>
                </a:solidFill>
                <a:latin typeface="Calibri"/>
              </a:rPr>
              <a:t>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Notebook — Tracking Top of 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A tiny notebook with 4 pages (NUM_SYMBOLS=4): Apples, Oranges, Bananas, Grapes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Each page holds only the top of book: best BUY (bid) price+qty and best SELL (ask) price+qty, each with a valid bit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Spread = ask − bid · Mid = (bid+ask) &gt;&gt; 1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Book starts invalid on reset; crossed (bid ≥ ask, both valid) flags cnt_crossed and later guards block trading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188720"/>
          <a:ext cx="530352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2103120"/>
                <a:gridCol w="2286000"/>
              </a:tblGrid>
              <a:tr h="777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Station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symbol_filter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Bouncer: 4-entry CAM picks only our symbols; else discard + cnt_filtered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seq_monitor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Missed-mail detector: gap → sticky seq_gap + stale (block until resync); duplicate → drop; 10 ms staleness timer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tob_engine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Notebook keeper: 1-cycle replace per side; qty=0 clears valid; 0x03 clears book; 0x02/0xFF don't touch book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All later steps read from this notebook.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FPGA Tick-to-Trade Simulator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88C2A"/>
                </a:solidFill>
                <a:latin typeface="Calibri"/>
              </a:rPr>
              <a:t>STEP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Clues — 8 Market Hints (Features)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88720"/>
          <a:ext cx="7863840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/>
                <a:gridCol w="1737360"/>
                <a:gridCol w="2926080"/>
                <a:gridCol w="256032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Clue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Plain English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F0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Spread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a_t − b_t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Is the buyer/seller gap wide or narrow?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Mid delta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m_t − m_(t−1)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Did the middle price move up/down?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F2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Book imbalance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q_b − q_a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More buyers or more sellers?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F3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Bid-size change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q_b,t − q_b,t−1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Did buyers grow/shrink?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F4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Ask-size change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q_a,t − q_a,t−1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Did sellers grow/shrink?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F5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Update rate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updates in last W events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How busy is the market? (W=16)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F6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Last trade side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buy +1 / sell −1 / none 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Who started the last trade?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F7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Volatility proxy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Σ|mid deltas| (last W)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How much did price jitter?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778240" y="1188720"/>
            <a:ext cx="2926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262626"/>
                </a:solidFill>
                <a:latin typeface="Calibri"/>
              </a:rPr>
              <a:t>Computed after every book update in 1 tick — add/subtract/shift/compare only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262626"/>
                </a:solidFill>
                <a:latin typeface="Calibri"/>
              </a:rPr>
              <a:t>Wide spread = low interest; narrow = crowded, active market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262626"/>
                </a:solidFill>
                <a:latin typeface="Calibri"/>
              </a:rPr>
              <a:t>Squeezer (feature_normalizer) maps raw clues to int8 −128..127 via offset + arithmetic shift, saturating not wrapping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262626"/>
                </a:solidFill>
                <a:latin typeface="Calibri"/>
              </a:rPr>
              <a:t>Result: 8 tiny numbers — the exact AI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FPGA Tick-to-Trade Simulator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88C2A"/>
                </a:solidFill>
                <a:latin typeface="Calibri"/>
              </a:rPr>
              <a:t>STEP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AI Brain — Predicting a Risky Trade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A tiny AI that answers ONE question: "if we quote now, will the price move against us and we get adversely selected?"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Adverse selection = you sell at $10, price crashes to $8, you're stuck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Score:  z = b + w0·x0 + w1·x1 + … + w7·x7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8 weights learned in training; int32 exact, no silent truncation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It does NOT buy or sell — it only vetoes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188720"/>
            <a:ext cx="4937760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371600"/>
            <a:ext cx="4206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Calibri"/>
              </a:rPr>
              <a:t>Hysteresis (two lines, no flicker)
z ≥ T_high → Risky = 1 (block)
z ≤ T_low  → Safe = 0 (allow)
in between → hold previous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3383280"/>
            <a:ext cx="493776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520440"/>
            <a:ext cx="4206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2626"/>
                </a:solidFill>
                <a:latin typeface="Calibri"/>
              </a:rPr>
              <a:t>Fail-safe (FR-31): invalid / crossed / gap / stale data ⇒ adverse_risk forced to 1 — better to block than trade on garbage.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Runs in parallel with the trading rule — the rule's order intent is delayed through a fixed-depth [ALIGN] shift register so both arrive at the risk engine the same cycle, every cycle (NFR-14).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FPGA Tick-to-Trade Simulator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88C2A"/>
                </a:solidFill>
                <a:latin typeface="Calibri"/>
              </a:rPr>
              <a:t>STEP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Trading Rule — Deciding to Buy or Sell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A simple, fixed, deterministic rule — not AI. The AI only vetoes.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Wakes up after every book-modifying update and asks: should we trade?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Cheap math only: barrel-shift, compare, subtract — no DSP on signal path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Takes just 1 tick; intent delayed via [ALIGN] to meet the AI verdict at the same cycle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212080" cy="2514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46634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Calibri"/>
              </a:rPr>
              <a:t>BUY (FR-35): buy order iff
• both sides valid, not crossed
• spread ≥ cfg_min_spread (2 ticks)
• bid_qty &gt; ask_qty &lt;&lt; 1  (way more buyers)
→ Buy cfg_order_qty (100) at ask_price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886200"/>
            <a:ext cx="5212080" cy="2514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023360"/>
            <a:ext cx="46634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Calibri"/>
              </a:rPr>
              <a:t>SELL (FR-36): mirror image
• both sides valid, not crossed
• spread ≥ cfg_min_spread
• ask_qty &gt; bid_qty &lt;&lt; 1  (way more sellers)
→ Sell cfg_order_qty at bid_price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06440"/>
            <a:ext cx="5394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Both true at once is impossible by construction — if ever detected, no order + err_signal_conflict (FR-37).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FPGA Tick-to-Trade Simulator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88C2A"/>
                </a:solidFill>
                <a:latin typeface="Calibri"/>
              </a:rPr>
              <a:t>STEP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9 Security Guards — Blocking Dangerous Orders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88720"/>
          <a:ext cx="758952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521208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Blocks if…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0x01 Kill Switch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Operator halt latched — overrides everything (CSR clear to resume)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0x02 Max Size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order_qty &gt; 500 (no fat-finger)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0x03 Max Position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|position ± qty| &gt; 1000 exposure bound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0x04 Price Band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|order price − mid| &gt; 50 ticks (corrupt price)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0x05 Stale Data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no update for 10 ms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0x06 Sequence Gap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sticky seq_gap — book unreliable until resync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0x07 Crossed/Locked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bid ≥ ask both valid — physically impossible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0x08 Throttle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token bucket empty (8 tokens, 100 µs refill)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0x09 Adverse Selection (ML)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adverse_risk = 1 → block, or reduce size (cfg_ml_action)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03920" y="1188720"/>
            <a:ext cx="310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All 9 check in parallel in a single cycle (FR-42) — any raised hand blocks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No path bypasses the risk engine (FR-41)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Every block increments that guard's counter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If 2 fire at once: both counted, reject_reason = lowest-numbered gate (hard gates 0x01–0x08 dominate ML 0x09)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ML 0x09 is advisory — never overrides hard gates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All 9 pass ⇒ intent becomes a real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FPGA Tick-to-Trade Simulator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88C2A"/>
                </a:solidFill>
                <a:latin typeface="Calibri"/>
              </a:rPr>
              <a:t>STEP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Exit — Sending the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order_builder + eth_mac_tx encode the order with correct framing for the active LINK_MODE (incl. IPv4 checksum in Mode 1)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~1 tick from risk pass → first order byte; frame occupies TX ~84 cycles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Settings via CSR map — effect applies at next message boundary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Tracks lat_min / lat_max / lat_last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120640" cy="2834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25880"/>
            <a:ext cx="45720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Calibri"/>
              </a:rPr>
              <a:t>2-deep output register, NOT a FIFO
• 3rd order while 2 pending → dropped, cnt_order_overflow++
• Dropping is correct: a queued stale order trades on outdated info
• An unbounded queue would make latency history-dependent, violating NFR-1 (fixed constant latency)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Orders are never reordered relative to their triggering messages; market data arriving during TX is still parsed and applied.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FPGA Tick-to-Trade Simulator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88C2A"/>
                </a:solidFill>
                <a:latin typeface="Calibri"/>
              </a:rPr>
              <a:t>STEP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Stopwatch — Proving the Speed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Free-running 32-bit counter @125 MHz (8 ns period)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Timestamp IN: last byte of message at parser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Timestamp OUT: first byte handed to MAC TX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latency = OUT − IN → 64-bucket BRAM histogram + min/max/last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Emitting latency inside the order = host capture doubles as a latency log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0" y="1188720"/>
          <a:ext cx="5943600" cy="4224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/>
                <a:gridCol w="137160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Cycles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Parser ingress → structured message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Symbol filter (CAM)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Book update (register write)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Feature extraction F0–F7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Feature normalization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ML classifier (parallel MAC)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2–3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ML policy (hysteresis)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Risk: all 9 gates incl. ML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Order builder → first byte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Engine total (tick-to-trade)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Calibri"/>
                        </a:rPr>
                        <a:t>~10–11, target ≤22 (176 ns)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3840480"/>
            <a:ext cx="475488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206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Success = histogram shows EXACTLY ONE occupied bucket over the full 1M-message soak (NFR-1/2). A second bucket is a functional bug, not a performance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Slow path (CSR, stats, debug UART, histogram) never backpressures the fast path. Single 125 MHz domain; CDC confined to slow path with two-flop synchronizers.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FPGA Tick-to-Trade Simulator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Success Criteria — Project Succeeds If…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E88C2A"/>
                </a:solidFill>
                <a:latin typeface="Calibri"/>
              </a:rPr>
              <a:t>1.  </a:t>
            </a:r>
            <a:r>
              <a:rPr sz="1600">
                <a:solidFill>
                  <a:srgbClr val="262626"/>
                </a:solidFill>
                <a:latin typeface="Calibri"/>
              </a:rPr>
              <a:t>Back-to-back messages at Gigabit line rate, no drop/reorder, ≥ 1,000,000 messages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88C2A"/>
                </a:solidFill>
                <a:latin typeface="Calibri"/>
              </a:rPr>
              <a:t>2.  </a:t>
            </a:r>
            <a:r>
              <a:rPr sz="1600">
                <a:solidFill>
                  <a:srgbClr val="262626"/>
                </a:solidFill>
                <a:latin typeface="Calibri"/>
              </a:rPr>
              <a:t>Tick-to-trade latency fixed — single histogram bucket, max == min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88C2A"/>
                </a:solidFill>
                <a:latin typeface="Calibri"/>
              </a:rPr>
              <a:t>3.  </a:t>
            </a:r>
            <a:r>
              <a:rPr sz="1600">
                <a:solidFill>
                  <a:srgbClr val="262626"/>
                </a:solidFill>
                <a:latin typeface="Calibri"/>
              </a:rPr>
              <a:t>Every risk gate incl. ML 0x09 individually demonstrated blocking/reducing, counter per reason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88C2A"/>
                </a:solidFill>
                <a:latin typeface="Calibri"/>
              </a:rPr>
              <a:t>4.  </a:t>
            </a:r>
            <a:r>
              <a:rPr sz="1600">
                <a:solidFill>
                  <a:srgbClr val="262626"/>
                </a:solidFill>
                <a:latin typeface="Calibri"/>
              </a:rPr>
              <a:t>Full RTL output matches Python golden models bit-exactly on randomized soak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88C2A"/>
                </a:solidFill>
                <a:latin typeface="Calibri"/>
              </a:rPr>
              <a:t>5.  </a:t>
            </a:r>
            <a:r>
              <a:rPr sz="1600">
                <a:solidFill>
                  <a:srgbClr val="262626"/>
                </a:solidFill>
                <a:latin typeface="Calibri"/>
              </a:rPr>
              <a:t>hls4ml IP score z matches Python fixed-point golden bit-exactly on every regression vector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88C2A"/>
                </a:solidFill>
                <a:latin typeface="Calibri"/>
              </a:rPr>
              <a:t>6.  </a:t>
            </a:r>
            <a:r>
              <a:rPr sz="1600">
                <a:solidFill>
                  <a:srgbClr val="262626"/>
                </a:solidFill>
                <a:latin typeface="Calibri"/>
              </a:rPr>
              <a:t>Timing met @125 MHz on XC7A35T (WNS &gt; 0); ≤15% LUTs, ≤10% FFs, ≤8 BRAM, 0 DSP (excl. ML ≤8)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88C2A"/>
                </a:solidFill>
                <a:latin typeface="Calibri"/>
              </a:rPr>
              <a:t>7.  </a:t>
            </a:r>
            <a:r>
              <a:rPr sz="1600">
                <a:solidFill>
                  <a:srgbClr val="262626"/>
                </a:solidFill>
                <a:latin typeface="Calibri"/>
              </a:rPr>
              <a:t>One-command reproduce: clone repo → run one command → same simulation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FPGA Tick-to-Trade Simulator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References &amp;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Sources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fpga_tick_to_trade_master_spec.md v2.0 — single source of truth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ml_engineer_brief.md — ML owner handoff (Python/hls4ml only, zero Verilog)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fpga_top_of_book_engine_spec.md — superseded historical document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Target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Artix-7 XC7A35T-2FGG484I, 125 MHz single clock domain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Vivado 2023.x + Vitis HLS 2023.x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Hard rules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Hand-written RTL is Verilog-2001 only (exception: hls4ml/Vitis IP)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ML teammate trains in Python (Keras/TF, hls4ml, ap_fixed&lt;8,8&gt; int8), verifies hls_model.predict() == ml_golden.py bit-exactly before hand-off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Spec-only, pre-implementation — no rtl/ or sim/ 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FPGA Tick-to-Trade Simulator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